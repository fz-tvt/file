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51"/>
    <p:restoredTop sz="94680"/>
  </p:normalViewPr>
  <p:slideViewPr>
    <p:cSldViewPr snapToGrid="0">
      <p:cViewPr varScale="1">
        <p:scale>
          <a:sx n="126" d="100"/>
          <a:sy n="126" d="100"/>
        </p:scale>
        <p:origin x="208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A023100-7179-B8DD-04EF-47CC8810BB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5D245A7-037A-1F65-4B41-7F84B56F8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88F552-5A1B-E857-D8F6-9AC49FD9F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5FCA2FC-91A6-D62B-4695-52FD1C07F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08F345F-8A85-4179-238B-4038FA19A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18070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09CED1-EBC5-633C-E064-A83AA37B4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C9552E9-CE4F-FDED-C4EF-FE6F25E29C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C2FFA-06BD-6615-CF5B-479AB796DB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308B21-E7FA-232F-D8E7-DD509C9C9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A965400-CCE4-8412-64CB-3C3E27FE5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08541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404E05-0497-F11A-2326-AFAD83490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CE45AE-69AE-5A5A-D4BB-7A6EC803B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B66C91-E116-EB03-B2C5-DF9D8E7C3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42D8ED1-33D4-D474-A4AF-D4BD14A1B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34BB0A-E8E9-75BA-65E3-40125E802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042179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541BAB-D77F-9564-506B-4B59453CD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CF787C-474E-6645-F154-E379A9E4E8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FA77711-539E-1961-6D17-C7F97C720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1226A1-1277-ACCB-1C7D-8312BE0DF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37F351-3501-0703-48A6-4DC8E55C8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49F6F8-33AA-1336-2EA5-ECA5B0825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077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AE17B-ECD7-9CB7-05CF-E9A9C21CA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9F7A90A-3BCB-AC88-B4E0-A86A6A6D6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7BA2D18-70EA-4204-E6B0-5587E3740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8E23AF8-15E8-AA37-A03A-1B1A63BCCEA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A48C050-5B0B-52D0-05F6-D3C8CAB15AA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728B687-18A2-BFCB-C6EC-87FB7B604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B542361-29EE-7CB5-FC99-4AD7BF145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D84C57C-E68F-74E5-6ECA-F6F413FAB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327434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474DE3-D518-E0C3-5FF4-3DFBBA7E8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20D579F-19D5-5C51-C91C-CA9C7A594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5C25933-4CB8-24CE-1DCA-4038950FA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5F84EC8-63B7-D1B8-589A-D301FAFD5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7896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8D31235-DB51-A65C-608A-23B79D3B4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C822DBA-1BD8-C9C1-9DA9-16D486102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F3BF822-7C80-5933-931C-E0B16A9EBC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62032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8FC635-84B8-013E-24DC-BEB8D6541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4E069B-38E6-AAA6-BC9B-4D5C736312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6FDA1E1-81CF-D226-A25A-A3937B302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10160C0-D091-4A40-9537-23250559E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AD34E58-640B-A643-236F-53E56284F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69CCCEB-2F7D-954B-DD68-F685CC92F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344451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EB55FF-392F-3B87-D83D-31EA8F6C90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5F3AE9A-E31C-5189-6CEE-4F332C85C7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79B254F-F708-6DF5-5CB6-5332AB28F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A64CDAF-E2D8-E1ED-5863-9BDDBA02A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64DA9B0-4BEB-3E09-DE8B-53F863EE7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68D0794-4192-2077-006C-F1CEBE9A4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14368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49F5BA-575D-529C-FD23-166F90533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A944A06-A267-955A-2C12-82444D40CA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2F93EA6-3548-32B2-40E6-232D093F5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C0B0E1-F05C-C977-0A89-979EDC509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9CB67C-9CF5-6F75-A13B-4292B4C5D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0347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CBD5D3A-F488-B49F-423B-37E84C3906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E3308F-BCF8-1FC5-E418-AFA5E97E89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AD184A-B41D-1E25-04DF-F024CCA3A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3860F4-BF1D-244C-53BF-CEE43ED06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22B7627-33B6-5791-3C04-6EB98C426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34254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553552A-8CCD-CAB7-E7E5-D5AA28FBE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5676A6B-0A79-0730-C81A-899D8ED6EB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2978A0A-846E-7E4E-C8D5-31D9CF3B46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09704B-8FD3-BA4C-AD8C-FF356015920E}" type="datetimeFigureOut">
              <a:rPr kumimoji="1" lang="zh-CN" altLang="en-US" smtClean="0"/>
              <a:t>2026/6/29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D578C4-0EB4-57CD-342F-ED7845F49A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D5CD94-86D3-920E-36ED-BD2DA675B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D24877-ABAA-1641-B6BD-2D7BFF56E9DA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286538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02972970-1474-6C0A-8BF6-4643C5F4EE84}"/>
              </a:ext>
            </a:extLst>
          </p:cNvPr>
          <p:cNvSpPr/>
          <p:nvPr/>
        </p:nvSpPr>
        <p:spPr>
          <a:xfrm>
            <a:off x="1786270" y="1148316"/>
            <a:ext cx="1318437" cy="9144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743D1A-C05A-0903-B0BF-2625108E0242}"/>
              </a:ext>
            </a:extLst>
          </p:cNvPr>
          <p:cNvSpPr/>
          <p:nvPr/>
        </p:nvSpPr>
        <p:spPr>
          <a:xfrm>
            <a:off x="9413189" y="1148316"/>
            <a:ext cx="1318437" cy="91440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CD8AB6C-B0E4-E167-7F2A-C9DA5D753996}"/>
              </a:ext>
            </a:extLst>
          </p:cNvPr>
          <p:cNvSpPr/>
          <p:nvPr/>
        </p:nvSpPr>
        <p:spPr>
          <a:xfrm>
            <a:off x="1786270" y="3148744"/>
            <a:ext cx="1318437" cy="914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04EE6C-32CB-6855-BB6D-BA24F5422A2F}"/>
              </a:ext>
            </a:extLst>
          </p:cNvPr>
          <p:cNvSpPr/>
          <p:nvPr/>
        </p:nvSpPr>
        <p:spPr>
          <a:xfrm>
            <a:off x="9413189" y="3148744"/>
            <a:ext cx="1318437" cy="914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线箭头连接符 8">
            <a:extLst>
              <a:ext uri="{FF2B5EF4-FFF2-40B4-BE49-F238E27FC236}">
                <a16:creationId xmlns:a16="http://schemas.microsoft.com/office/drawing/2014/main" id="{C215A663-086F-95DA-B353-7C5F6F29BF39}"/>
              </a:ext>
            </a:extLst>
          </p:cNvPr>
          <p:cNvCxnSpPr>
            <a:stCxn id="4" idx="2"/>
            <a:endCxn id="7" idx="1"/>
          </p:cNvCxnSpPr>
          <p:nvPr/>
        </p:nvCxnSpPr>
        <p:spPr>
          <a:xfrm>
            <a:off x="2445489" y="2062716"/>
            <a:ext cx="6967700" cy="15432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7F260B2D-CDFE-C431-01EC-8ADBD3817A7B}"/>
              </a:ext>
            </a:extLst>
          </p:cNvPr>
          <p:cNvSpPr txBox="1"/>
          <p:nvPr/>
        </p:nvSpPr>
        <p:spPr>
          <a:xfrm>
            <a:off x="2113506" y="832714"/>
            <a:ext cx="66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Node1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4E4BD53-5FD0-916F-85A6-BB9E4F967C4B}"/>
              </a:ext>
            </a:extLst>
          </p:cNvPr>
          <p:cNvSpPr txBox="1"/>
          <p:nvPr/>
        </p:nvSpPr>
        <p:spPr>
          <a:xfrm>
            <a:off x="9740425" y="832713"/>
            <a:ext cx="6639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Node2</a:t>
            </a:r>
            <a:endParaRPr kumimoji="1"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747EE8AA-277A-122D-EFDA-5577CFFB9F32}"/>
              </a:ext>
            </a:extLst>
          </p:cNvPr>
          <p:cNvSpPr txBox="1"/>
          <p:nvPr/>
        </p:nvSpPr>
        <p:spPr>
          <a:xfrm>
            <a:off x="3252315" y="743404"/>
            <a:ext cx="43676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kumimoji="1"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初始化</a:t>
            </a:r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Mooncake</a:t>
            </a:r>
            <a:r>
              <a:rPr kumimoji="1"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1" lang="en-US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</a:t>
            </a:r>
            <a:endParaRPr kumimoji="1" lang="en-US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kumimoji="1"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2.hixl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-&gt;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RegisterMem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缓存</a:t>
            </a:r>
            <a:r>
              <a:rPr kumimoji="1" lang="en-US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mem_handle</a:t>
            </a:r>
            <a:r>
              <a:rPr kumimoji="1"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RegisterMem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 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把地址</a:t>
            </a:r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+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长度记录到 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HIXL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驱动层映射表</a:t>
            </a:r>
            <a:endParaRPr lang="en-US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30E36F37-F924-3FCB-A29C-9D4C4A78F175}"/>
              </a:ext>
            </a:extLst>
          </p:cNvPr>
          <p:cNvSpPr txBox="1"/>
          <p:nvPr/>
        </p:nvSpPr>
        <p:spPr>
          <a:xfrm>
            <a:off x="6096000" y="4290034"/>
            <a:ext cx="56896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kumimoji="1"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传输过程中直接调用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store.put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kv_block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gpu_ptr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不额外注册。</a:t>
            </a:r>
            <a:endParaRPr lang="en-US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HIXL: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用已缓存的 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mem_handle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做 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hixl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_-&gt;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TransferAsync</a:t>
            </a:r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首次则建立连接，后续复用连接</a:t>
            </a:r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  <a:endParaRPr lang="en" altLang="zh-CN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4.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结束时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unregister_buffer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en" altLang="zh-CN" sz="1400" dirty="0" err="1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gpu_pool_base</a:t>
            </a:r>
            <a:r>
              <a:rPr lang="en" altLang="zh-CN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  <a:r>
              <a:rPr lang="zh-CN" altLang="en-US" sz="1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，调用</a:t>
            </a:r>
            <a:r>
              <a:rPr lang="en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hixl</a:t>
            </a:r>
            <a:r>
              <a:rPr lang="en" altLang="zh-CN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_-&gt;</a:t>
            </a:r>
            <a:r>
              <a:rPr lang="en" altLang="zh-CN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DeregisterMem</a:t>
            </a:r>
            <a:endParaRPr lang="zh-CN" altLang="en-US" sz="1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直线连接符 2">
            <a:extLst>
              <a:ext uri="{FF2B5EF4-FFF2-40B4-BE49-F238E27FC236}">
                <a16:creationId xmlns:a16="http://schemas.microsoft.com/office/drawing/2014/main" id="{D4745B83-6AD2-3C21-D5B8-910F3BE82C58}"/>
              </a:ext>
            </a:extLst>
          </p:cNvPr>
          <p:cNvCxnSpPr>
            <a:stCxn id="4" idx="2"/>
            <a:endCxn id="6" idx="0"/>
          </p:cNvCxnSpPr>
          <p:nvPr/>
        </p:nvCxnSpPr>
        <p:spPr>
          <a:xfrm>
            <a:off x="2445489" y="2062716"/>
            <a:ext cx="0" cy="108602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直线连接符 11">
            <a:extLst>
              <a:ext uri="{FF2B5EF4-FFF2-40B4-BE49-F238E27FC236}">
                <a16:creationId xmlns:a16="http://schemas.microsoft.com/office/drawing/2014/main" id="{73CD915B-4AE2-83C2-3999-28EEC5807132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3104707" y="3605944"/>
            <a:ext cx="630848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5472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圆角矩形 31">
            <a:extLst>
              <a:ext uri="{FF2B5EF4-FFF2-40B4-BE49-F238E27FC236}">
                <a16:creationId xmlns:a16="http://schemas.microsoft.com/office/drawing/2014/main" id="{FD523C6C-9BC5-F0BC-88CE-EE44A0EA72B9}"/>
              </a:ext>
            </a:extLst>
          </p:cNvPr>
          <p:cNvSpPr/>
          <p:nvPr/>
        </p:nvSpPr>
        <p:spPr>
          <a:xfrm>
            <a:off x="1708149" y="1857624"/>
            <a:ext cx="8531221" cy="202222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C833A4C9-2D07-95D0-F307-B99A71A7428F}"/>
              </a:ext>
            </a:extLst>
          </p:cNvPr>
          <p:cNvGrpSpPr/>
          <p:nvPr/>
        </p:nvGrpSpPr>
        <p:grpSpPr>
          <a:xfrm>
            <a:off x="351678" y="523716"/>
            <a:ext cx="6786558" cy="458583"/>
            <a:chOff x="971550" y="1047750"/>
            <a:chExt cx="6846948" cy="458583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9746F0F2-AA06-4248-CF23-89A84D93DF5A}"/>
                </a:ext>
              </a:extLst>
            </p:cNvPr>
            <p:cNvSpPr/>
            <p:nvPr/>
          </p:nvSpPr>
          <p:spPr>
            <a:xfrm>
              <a:off x="971550" y="1047750"/>
              <a:ext cx="4210050" cy="458583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TransferEngineImpl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::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registerLocalMemory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（</a:t>
              </a:r>
              <a:r>
                <a:rPr lang="en-US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addr_list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）</a:t>
              </a:r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37DD2A3E-8FFC-7F5E-CE8F-39DB1EEBE3A5}"/>
                </a:ext>
              </a:extLst>
            </p:cNvPr>
            <p:cNvSpPr txBox="1"/>
            <p:nvPr/>
          </p:nvSpPr>
          <p:spPr>
            <a:xfrm>
              <a:off x="5314950" y="1097752"/>
              <a:ext cx="250354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addr_list</a:t>
              </a:r>
              <a:r>
                <a: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en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{addr0, addr1, addr2}</a:t>
              </a:r>
              <a:endParaRPr lang="zh-CN" altLang="en-US" sz="1400" dirty="0"/>
            </a:p>
          </p:txBody>
        </p:sp>
      </p:grpSp>
      <p:sp>
        <p:nvSpPr>
          <p:cNvPr id="21" name="矩形 20">
            <a:extLst>
              <a:ext uri="{FF2B5EF4-FFF2-40B4-BE49-F238E27FC236}">
                <a16:creationId xmlns:a16="http://schemas.microsoft.com/office/drawing/2014/main" id="{D971EC0B-C2F0-1105-2B26-8AE5E4751A4E}"/>
              </a:ext>
            </a:extLst>
          </p:cNvPr>
          <p:cNvSpPr/>
          <p:nvPr/>
        </p:nvSpPr>
        <p:spPr>
          <a:xfrm>
            <a:off x="3076575" y="5338967"/>
            <a:ext cx="5235572" cy="45858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metadata_-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segmentManager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().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synchronizeLocal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，进行一次同步</a:t>
            </a:r>
            <a:endParaRPr lang="en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6275BF3-4229-B6FF-C9FD-9780A25A7285}"/>
              </a:ext>
            </a:extLst>
          </p:cNvPr>
          <p:cNvSpPr/>
          <p:nvPr/>
        </p:nvSpPr>
        <p:spPr>
          <a:xfrm>
            <a:off x="1771649" y="2899308"/>
            <a:ext cx="8185141" cy="77150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3D437FB3-1469-7B6A-9AFA-2777F9A6BC0D}"/>
              </a:ext>
            </a:extLst>
          </p:cNvPr>
          <p:cNvGrpSpPr/>
          <p:nvPr/>
        </p:nvGrpSpPr>
        <p:grpSpPr>
          <a:xfrm>
            <a:off x="1835150" y="2000021"/>
            <a:ext cx="7580299" cy="1615570"/>
            <a:chOff x="1835150" y="2000021"/>
            <a:chExt cx="7580299" cy="1615570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34707110-3C66-0DF0-CD50-A602869E5388}"/>
                </a:ext>
              </a:extLst>
            </p:cNvPr>
            <p:cNvSpPr/>
            <p:nvPr/>
          </p:nvSpPr>
          <p:spPr>
            <a:xfrm>
              <a:off x="1952625" y="2035417"/>
              <a:ext cx="2247900" cy="458583"/>
            </a:xfrm>
            <a:prstGeom prst="rect">
              <a:avLst/>
            </a:prstGeom>
            <a:solidFill>
              <a:schemeClr val="tx2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addInBatch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desc_list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C130F919-2C6C-4731-9406-61015CED43FE}"/>
                </a:ext>
              </a:extLst>
            </p:cNvPr>
            <p:cNvSpPr txBox="1"/>
            <p:nvPr/>
          </p:nvSpPr>
          <p:spPr>
            <a:xfrm>
              <a:off x="4595800" y="2000021"/>
              <a:ext cx="481964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desc_list</a:t>
              </a:r>
              <a:r>
                <a:rPr lang="en-US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=</a:t>
              </a:r>
              <a:r>
                <a:rPr lang="en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{desc0.addr=addr0…}</a:t>
              </a:r>
              <a:r>
                <a:rPr lang="zh-CN" alt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，在内存池查找，如果同一地址注册过，则</a:t>
              </a:r>
              <a:r>
                <a:rPr lang="en" altLang="zh-CN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buf.ref_count</a:t>
              </a:r>
              <a:r>
                <a:rPr lang="en" altLang="zh-CN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++</a:t>
              </a:r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E0CEA99F-B543-B344-C5A5-E8AEFAB693A0}"/>
                </a:ext>
              </a:extLst>
            </p:cNvPr>
            <p:cNvSpPr/>
            <p:nvPr/>
          </p:nvSpPr>
          <p:spPr>
            <a:xfrm>
              <a:off x="1835150" y="2954532"/>
              <a:ext cx="6013450" cy="66105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对列表中的内存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</a:p>
            <a:p>
              <a:pPr algn="ctr"/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addMemoryBuffer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(desc0</a:t>
              </a:r>
              <a:r>
                <a:rPr lang="en-US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,desc1…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 → 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hixl</a:t>
              </a:r>
              <a:r>
                <a:rPr lang="en" altLang="zh-CN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_-&gt;</a:t>
              </a:r>
              <a:r>
                <a:rPr lang="en" altLang="zh-CN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RegisterMem</a:t>
              </a:r>
              <a:r>
                <a:rPr lang="zh-CN" alt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，建立缓存映射</a:t>
              </a:r>
              <a:endPara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4" name="直线箭头连接符 23">
              <a:extLst>
                <a:ext uri="{FF2B5EF4-FFF2-40B4-BE49-F238E27FC236}">
                  <a16:creationId xmlns:a16="http://schemas.microsoft.com/office/drawing/2014/main" id="{D55C5417-3A02-820F-7D87-C36062CB0408}"/>
                </a:ext>
              </a:extLst>
            </p:cNvPr>
            <p:cNvCxnSpPr>
              <a:cxnSpLocks/>
            </p:cNvCxnSpPr>
            <p:nvPr/>
          </p:nvCxnSpPr>
          <p:spPr>
            <a:xfrm>
              <a:off x="5403850" y="2529165"/>
              <a:ext cx="0" cy="37014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C3F83703-F570-0D10-DDD4-9B33E5624059}"/>
                </a:ext>
              </a:extLst>
            </p:cNvPr>
            <p:cNvSpPr txBox="1"/>
            <p:nvPr/>
          </p:nvSpPr>
          <p:spPr>
            <a:xfrm>
              <a:off x="3744957" y="2505061"/>
              <a:ext cx="14414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zh-CN" altLang="en-US" sz="1400" dirty="0">
                  <a:latin typeface="SimSun" panose="02010600030101010101" pitchFamily="2" charset="-122"/>
                  <a:ea typeface="SimSun" panose="02010600030101010101" pitchFamily="2" charset="-122"/>
                </a:rPr>
                <a:t>否则，加入列表</a:t>
              </a:r>
            </a:p>
          </p:txBody>
        </p:sp>
      </p:grpSp>
      <p:cxnSp>
        <p:nvCxnSpPr>
          <p:cNvPr id="35" name="直线箭头连接符 34">
            <a:extLst>
              <a:ext uri="{FF2B5EF4-FFF2-40B4-BE49-F238E27FC236}">
                <a16:creationId xmlns:a16="http://schemas.microsoft.com/office/drawing/2014/main" id="{3D38060C-74F8-01A2-0CA3-16D967C958F1}"/>
              </a:ext>
            </a:extLst>
          </p:cNvPr>
          <p:cNvCxnSpPr>
            <a:cxnSpLocks/>
          </p:cNvCxnSpPr>
          <p:nvPr/>
        </p:nvCxnSpPr>
        <p:spPr>
          <a:xfrm>
            <a:off x="5765800" y="1060450"/>
            <a:ext cx="0" cy="79717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0692D340-0C4C-10E2-26D1-A2EFAF84F30F}"/>
              </a:ext>
            </a:extLst>
          </p:cNvPr>
          <p:cNvSpPr/>
          <p:nvPr/>
        </p:nvSpPr>
        <p:spPr>
          <a:xfrm>
            <a:off x="8102600" y="2954532"/>
            <a:ext cx="1809750" cy="661059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对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内存池的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buffer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按照（地址，长度）排序</a:t>
            </a:r>
            <a:endParaRPr lang="en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8" name="直线箭头连接符 47">
            <a:extLst>
              <a:ext uri="{FF2B5EF4-FFF2-40B4-BE49-F238E27FC236}">
                <a16:creationId xmlns:a16="http://schemas.microsoft.com/office/drawing/2014/main" id="{63F7F9F7-236A-63A8-BE82-DB297F4DC7DE}"/>
              </a:ext>
            </a:extLst>
          </p:cNvPr>
          <p:cNvCxnSpPr>
            <a:cxnSpLocks/>
          </p:cNvCxnSpPr>
          <p:nvPr/>
        </p:nvCxnSpPr>
        <p:spPr>
          <a:xfrm>
            <a:off x="5810250" y="3958001"/>
            <a:ext cx="0" cy="6376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2C5A04B6-F1B2-1CC3-3D9A-A9CB186DED29}"/>
              </a:ext>
            </a:extLst>
          </p:cNvPr>
          <p:cNvSpPr/>
          <p:nvPr/>
        </p:nvSpPr>
        <p:spPr>
          <a:xfrm>
            <a:off x="7285024" y="532072"/>
            <a:ext cx="4260850" cy="458583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TransferEngineImpl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::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unregisterLocalMemory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（</a:t>
            </a:r>
            <a:r>
              <a:rPr lang="en-US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addr_list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）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9ABFDCA7-FCA7-912B-756B-0F2E461EFB59}"/>
              </a:ext>
            </a:extLst>
          </p:cNvPr>
          <p:cNvSpPr/>
          <p:nvPr/>
        </p:nvSpPr>
        <p:spPr>
          <a:xfrm>
            <a:off x="364368" y="4384890"/>
            <a:ext cx="4635497" cy="66105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对列表中的内存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ctr"/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removeMemoryBuffer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(desc0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,desc1…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 → 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hixl</a:t>
            </a:r>
            <a:r>
              <a:rPr lang="en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_-&gt;</a:t>
            </a:r>
            <a:r>
              <a:rPr lang="en" altLang="zh-CN" sz="1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RegisterMem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断开所有连接</a:t>
            </a:r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r>
              <a: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清楚缓存映射</a:t>
            </a:r>
            <a:endParaRPr lang="en" altLang="zh-CN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6" name="直线箭头连接符 65">
            <a:extLst>
              <a:ext uri="{FF2B5EF4-FFF2-40B4-BE49-F238E27FC236}">
                <a16:creationId xmlns:a16="http://schemas.microsoft.com/office/drawing/2014/main" id="{B69CE112-A943-1FAC-4204-5700C395E548}"/>
              </a:ext>
            </a:extLst>
          </p:cNvPr>
          <p:cNvCxnSpPr>
            <a:stCxn id="20" idx="2"/>
            <a:endCxn id="64" idx="0"/>
          </p:cNvCxnSpPr>
          <p:nvPr/>
        </p:nvCxnSpPr>
        <p:spPr>
          <a:xfrm flipH="1">
            <a:off x="2682117" y="3615591"/>
            <a:ext cx="2159758" cy="769299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362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741</TotalTime>
  <Words>237</Words>
  <Application>Microsoft Macintosh PowerPoint</Application>
  <PresentationFormat>宽屏</PresentationFormat>
  <Paragraphs>23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8" baseType="lpstr">
      <vt:lpstr>等线</vt:lpstr>
      <vt:lpstr>等线 Light</vt:lpstr>
      <vt:lpstr>SimSun</vt:lpstr>
      <vt:lpstr>Arial</vt:lpstr>
      <vt:lpstr>Times New Roman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t60971</dc:creator>
  <cp:lastModifiedBy>t60971</cp:lastModifiedBy>
  <cp:revision>3</cp:revision>
  <dcterms:created xsi:type="dcterms:W3CDTF">2026-06-28T14:05:20Z</dcterms:created>
  <dcterms:modified xsi:type="dcterms:W3CDTF">2026-06-29T02:30:11Z</dcterms:modified>
</cp:coreProperties>
</file>