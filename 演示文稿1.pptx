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68"/>
    <p:restoredTop sz="94680"/>
  </p:normalViewPr>
  <p:slideViewPr>
    <p:cSldViewPr snapToGrid="0">
      <p:cViewPr varScale="1">
        <p:scale>
          <a:sx n="101" d="100"/>
          <a:sy n="101" d="100"/>
        </p:scale>
        <p:origin x="224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23100-7179-B8DD-04EF-47CC8810B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D245A7-037A-1F65-4B41-7F84B56F8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8F552-5A1B-E857-D8F6-9AC49FD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CA2FC-91A6-D62B-4695-52FD1C07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8F345F-8A85-4179-238B-4038FA19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0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9CED1-EBC5-633C-E064-A83AA37B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552E9-CE4F-FDED-C4EF-FE6F25E29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8C2FFA-06BD-6615-CF5B-479AB796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308B21-E7FA-232F-D8E7-DD509C9C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965400-CCE4-8412-64CB-3C3E27FE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085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04E05-0497-F11A-2326-AFAD8349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CE45AE-69AE-5A5A-D4BB-7A6EC803B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66C91-E116-EB03-B2C5-DF9D8E7C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D8ED1-33D4-D474-A4AF-D4BD14A1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4BB0A-E8E9-75BA-65E3-40125E80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421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41BAB-D77F-9564-506B-4B59453C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F787C-474E-6645-F154-E379A9E4E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A77711-539E-1961-6D17-C7F97C720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1226A1-1277-ACCB-1C7D-8312BE0D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37F351-3501-0703-48A6-4DC8E55C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49F6F8-33AA-1336-2EA5-ECA5B082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07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AE17B-ECD7-9CB7-05CF-E9A9C21C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7A90A-3BCB-AC88-B4E0-A86A6A6D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A2D18-70EA-4204-E6B0-5587E3740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E23AF8-15E8-AA37-A03A-1B1A63BCC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48C050-5B0B-52D0-05F6-D3C8CAB15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28B687-18A2-BFCB-C6EC-87FB7B604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542361-29EE-7CB5-FC99-4AD7BF145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84C57C-E68F-74E5-6ECA-F6F413FA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74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74DE3-D518-E0C3-5FF4-3DFBBA7E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0D579F-19D5-5C51-C91C-CA9C7A59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C25933-4CB8-24CE-1DCA-4038950F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F84EC8-63B7-D1B8-589A-D301FAFD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789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D31235-DB51-A65C-608A-23B79D3B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822DBA-1BD8-C9C1-9DA9-16D48610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3BF822-7C80-5933-931C-E0B16A9E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03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FC635-84B8-013E-24DC-BEB8D654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E069B-38E6-AAA6-BC9B-4D5C7363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FDA1E1-81CF-D226-A25A-A3937B302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0160C0-D091-4A40-9537-23250559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D34E58-640B-A643-236F-53E56284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9CCCEB-2F7D-954B-DD68-F685CC92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445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B55FF-392F-3B87-D83D-31EA8F6C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F3AE9A-E31C-5189-6CEE-4F332C85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9B254F-F708-6DF5-5CB6-5332AB28F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64CDAF-E2D8-E1ED-5863-9BDDBA02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4DA9B0-4BEB-3E09-DE8B-53F863EE7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8D0794-4192-2077-006C-F1CEBE9A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368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9F5BA-575D-529C-FD23-166F9053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944A06-A267-955A-2C12-82444D40C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F93EA6-3548-32B2-40E6-232D093F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C0B0E1-F05C-C977-0A89-979EDC50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9CB67C-9CF5-6F75-A13B-4292B4C5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347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BD5D3A-F488-B49F-423B-37E84C390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E3308F-BCF8-1FC5-E418-AFA5E97E8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D184A-B41D-1E25-04DF-F024CCA3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3860F4-BF1D-244C-53BF-CEE43ED0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2B7627-33B6-5791-3C04-6EB98C42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425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53552A-8CCD-CAB7-E7E5-D5AA28FBE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676A6B-0A79-0730-C81A-899D8ED6E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978A0A-846E-7E4E-C8D5-31D9CF3B4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9704B-8FD3-BA4C-AD8C-FF356015920E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D578C4-0EB4-57CD-342F-ED7845F49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D5CD94-86D3-920E-36ED-BD2DA675B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24877-ABAA-1641-B6BD-2D7BFF56E9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6538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2972970-1474-6C0A-8BF6-4643C5F4EE84}"/>
              </a:ext>
            </a:extLst>
          </p:cNvPr>
          <p:cNvSpPr/>
          <p:nvPr/>
        </p:nvSpPr>
        <p:spPr>
          <a:xfrm>
            <a:off x="1786270" y="1148316"/>
            <a:ext cx="1318437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743D1A-C05A-0903-B0BF-2625108E0242}"/>
              </a:ext>
            </a:extLst>
          </p:cNvPr>
          <p:cNvSpPr/>
          <p:nvPr/>
        </p:nvSpPr>
        <p:spPr>
          <a:xfrm>
            <a:off x="9413189" y="1148316"/>
            <a:ext cx="1318437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D8AB6C-B0E4-E167-7F2A-C9DA5D753996}"/>
              </a:ext>
            </a:extLst>
          </p:cNvPr>
          <p:cNvSpPr/>
          <p:nvPr/>
        </p:nvSpPr>
        <p:spPr>
          <a:xfrm>
            <a:off x="1786270" y="3148744"/>
            <a:ext cx="1318437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4EE6C-32CB-6855-BB6D-BA24F5422A2F}"/>
              </a:ext>
            </a:extLst>
          </p:cNvPr>
          <p:cNvSpPr/>
          <p:nvPr/>
        </p:nvSpPr>
        <p:spPr>
          <a:xfrm>
            <a:off x="9413189" y="3148744"/>
            <a:ext cx="1318437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C215A663-086F-95DA-B353-7C5F6F29BF39}"/>
              </a:ext>
            </a:extLst>
          </p:cNvPr>
          <p:cNvCxnSpPr>
            <a:stCxn id="4" idx="2"/>
            <a:endCxn id="7" idx="1"/>
          </p:cNvCxnSpPr>
          <p:nvPr/>
        </p:nvCxnSpPr>
        <p:spPr>
          <a:xfrm>
            <a:off x="2445489" y="2062716"/>
            <a:ext cx="6967700" cy="1543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F260B2D-CDFE-C431-01EC-8ADBD3817A7B}"/>
              </a:ext>
            </a:extLst>
          </p:cNvPr>
          <p:cNvSpPr txBox="1"/>
          <p:nvPr/>
        </p:nvSpPr>
        <p:spPr>
          <a:xfrm>
            <a:off x="2113506" y="832714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Node1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E4BD53-5FD0-916F-85A6-BB9E4F967C4B}"/>
              </a:ext>
            </a:extLst>
          </p:cNvPr>
          <p:cNvSpPr txBox="1"/>
          <p:nvPr/>
        </p:nvSpPr>
        <p:spPr>
          <a:xfrm>
            <a:off x="9740425" y="832713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Node2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7EE8AA-277A-122D-EFDA-5577CFFB9F32}"/>
              </a:ext>
            </a:extLst>
          </p:cNvPr>
          <p:cNvSpPr txBox="1"/>
          <p:nvPr/>
        </p:nvSpPr>
        <p:spPr>
          <a:xfrm>
            <a:off x="3252315" y="743404"/>
            <a:ext cx="43676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Mooncake</a:t>
            </a:r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kumimoji="1" lang="en-US" altLang="zh-CN" sz="1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2.hixl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RegisterMem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缓存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mem_handle</a:t>
            </a:r>
            <a:r>
              <a:rPr kumimoji="1"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RegisterMem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把地址</a:t>
            </a:r>
            <a:r>
              <a:rPr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长度记录到 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HIXL 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驱动层映射表</a:t>
            </a:r>
            <a:endParaRPr lang="en-US" altLang="zh-CN" sz="1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E36F37-F924-3FCB-A29C-9D4C4A78F175}"/>
              </a:ext>
            </a:extLst>
          </p:cNvPr>
          <p:cNvSpPr txBox="1"/>
          <p:nvPr/>
        </p:nvSpPr>
        <p:spPr>
          <a:xfrm>
            <a:off x="6096000" y="4290034"/>
            <a:ext cx="568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传输过程中直接调用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store.put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kv_block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gpu_ptr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不额外注册。</a:t>
            </a:r>
            <a:endParaRPr lang="en-US" altLang="zh-CN" sz="1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HIXL: 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用已缓存的 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mem_handle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做 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hixl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_-&gt;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TransferAsync</a:t>
            </a:r>
            <a:r>
              <a:rPr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首次则建立连接，后续复用连接</a:t>
            </a:r>
            <a:r>
              <a:rPr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endParaRPr lang="en" altLang="zh-CN" sz="1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结束时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unregister_buffer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sz="14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gpu_pool_base</a:t>
            </a:r>
            <a:r>
              <a:rPr lang="en" altLang="zh-CN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，调用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hixl</a:t>
            </a:r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_-&gt;</a:t>
            </a:r>
            <a:r>
              <a:rPr lang="en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DeregisterMem</a:t>
            </a:r>
            <a:endParaRPr lang="zh-CN" altLang="en-US" sz="1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547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>
            <a:extLst>
              <a:ext uri="{FF2B5EF4-FFF2-40B4-BE49-F238E27FC236}">
                <a16:creationId xmlns:a16="http://schemas.microsoft.com/office/drawing/2014/main" id="{FD523C6C-9BC5-F0BC-88CE-EE44A0EA72B9}"/>
              </a:ext>
            </a:extLst>
          </p:cNvPr>
          <p:cNvSpPr/>
          <p:nvPr/>
        </p:nvSpPr>
        <p:spPr>
          <a:xfrm>
            <a:off x="1708149" y="1857624"/>
            <a:ext cx="8531221" cy="202222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833A4C9-2D07-95D0-F307-B99A71A7428F}"/>
              </a:ext>
            </a:extLst>
          </p:cNvPr>
          <p:cNvGrpSpPr/>
          <p:nvPr/>
        </p:nvGrpSpPr>
        <p:grpSpPr>
          <a:xfrm>
            <a:off x="351678" y="523716"/>
            <a:ext cx="6786558" cy="458583"/>
            <a:chOff x="971550" y="1047750"/>
            <a:chExt cx="6846948" cy="45858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746F0F2-AA06-4248-CF23-89A84D93DF5A}"/>
                </a:ext>
              </a:extLst>
            </p:cNvPr>
            <p:cNvSpPr/>
            <p:nvPr/>
          </p:nvSpPr>
          <p:spPr>
            <a:xfrm>
              <a:off x="971550" y="1047750"/>
              <a:ext cx="4210050" cy="4585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TransferEngineImpl</a:t>
              </a:r>
              <a:r>
                <a:rPr lang="e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::</a:t>
              </a:r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registerLocalMemory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addr_list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7DD2A3E-8FFC-7F5E-CE8F-39DB1EEBE3A5}"/>
                </a:ext>
              </a:extLst>
            </p:cNvPr>
            <p:cNvSpPr txBox="1"/>
            <p:nvPr/>
          </p:nvSpPr>
          <p:spPr>
            <a:xfrm>
              <a:off x="5314950" y="1097752"/>
              <a:ext cx="25035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addr_list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{addr0, addr1, addr2}</a:t>
              </a:r>
              <a:endParaRPr lang="zh-CN" altLang="en-US" sz="1400" dirty="0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D971EC0B-C2F0-1105-2B26-8AE5E4751A4E}"/>
              </a:ext>
            </a:extLst>
          </p:cNvPr>
          <p:cNvSpPr/>
          <p:nvPr/>
        </p:nvSpPr>
        <p:spPr>
          <a:xfrm>
            <a:off x="3076575" y="5338967"/>
            <a:ext cx="5235572" cy="4585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metadata_-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segmentManager</a:t>
            </a:r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synchronizeLocal</a:t>
            </a:r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，进行一次同步</a:t>
            </a:r>
            <a:endParaRPr lang="en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6275BF3-4229-B6FF-C9FD-9780A25A7285}"/>
              </a:ext>
            </a:extLst>
          </p:cNvPr>
          <p:cNvSpPr/>
          <p:nvPr/>
        </p:nvSpPr>
        <p:spPr>
          <a:xfrm>
            <a:off x="1771649" y="2899308"/>
            <a:ext cx="8185141" cy="771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D437FB3-1469-7B6A-9AFA-2777F9A6BC0D}"/>
              </a:ext>
            </a:extLst>
          </p:cNvPr>
          <p:cNvGrpSpPr/>
          <p:nvPr/>
        </p:nvGrpSpPr>
        <p:grpSpPr>
          <a:xfrm>
            <a:off x="1835150" y="2000021"/>
            <a:ext cx="7580299" cy="1615570"/>
            <a:chOff x="1835150" y="2000021"/>
            <a:chExt cx="7580299" cy="161557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4707110-3C66-0DF0-CD50-A602869E5388}"/>
                </a:ext>
              </a:extLst>
            </p:cNvPr>
            <p:cNvSpPr/>
            <p:nvPr/>
          </p:nvSpPr>
          <p:spPr>
            <a:xfrm>
              <a:off x="1952625" y="2035417"/>
              <a:ext cx="2247900" cy="458583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addInBatch</a:t>
              </a:r>
              <a:r>
                <a:rPr lang="e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desc_list</a:t>
              </a:r>
              <a:r>
                <a:rPr lang="e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130F919-2C6C-4731-9406-61015CED43FE}"/>
                </a:ext>
              </a:extLst>
            </p:cNvPr>
            <p:cNvSpPr txBox="1"/>
            <p:nvPr/>
          </p:nvSpPr>
          <p:spPr>
            <a:xfrm>
              <a:off x="4595800" y="2000021"/>
              <a:ext cx="481964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desc_list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{desc0.addr=addr0…}</a:t>
              </a:r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，在内存池查找，如果同一地址注册过，则</a:t>
              </a:r>
              <a:r>
                <a:rPr lang="en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buf.ref_count</a:t>
              </a:r>
              <a:r>
                <a:rPr lang="en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++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0CEA99F-B543-B344-C5A5-E8AEFAB693A0}"/>
                </a:ext>
              </a:extLst>
            </p:cNvPr>
            <p:cNvSpPr/>
            <p:nvPr/>
          </p:nvSpPr>
          <p:spPr>
            <a:xfrm>
              <a:off x="1835150" y="2954532"/>
              <a:ext cx="6013450" cy="6610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对列表中的内存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ctr"/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addMemoryBuffer</a:t>
              </a:r>
              <a:r>
                <a:rPr lang="e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(desc0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,desc1…</a:t>
              </a:r>
              <a:r>
                <a:rPr lang="e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→ </a:t>
              </a:r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hixl</a:t>
              </a:r>
              <a:r>
                <a:rPr lang="en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_-&gt;</a:t>
              </a:r>
              <a:r>
                <a:rPr lang="en" altLang="zh-CN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RegisterMem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，建立缓存映射</a:t>
              </a:r>
              <a:endPara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D55C5417-3A02-820F-7D87-C36062CB0408}"/>
                </a:ext>
              </a:extLst>
            </p:cNvPr>
            <p:cNvCxnSpPr>
              <a:cxnSpLocks/>
            </p:cNvCxnSpPr>
            <p:nvPr/>
          </p:nvCxnSpPr>
          <p:spPr>
            <a:xfrm>
              <a:off x="5403850" y="2529165"/>
              <a:ext cx="0" cy="3701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3F83703-F570-0D10-DDD4-9B33E5624059}"/>
                </a:ext>
              </a:extLst>
            </p:cNvPr>
            <p:cNvSpPr txBox="1"/>
            <p:nvPr/>
          </p:nvSpPr>
          <p:spPr>
            <a:xfrm>
              <a:off x="3744957" y="2505061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否则，加入列表</a:t>
              </a:r>
            </a:p>
          </p:txBody>
        </p:sp>
      </p:grp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3D38060C-74F8-01A2-0CA3-16D967C958F1}"/>
              </a:ext>
            </a:extLst>
          </p:cNvPr>
          <p:cNvCxnSpPr>
            <a:cxnSpLocks/>
          </p:cNvCxnSpPr>
          <p:nvPr/>
        </p:nvCxnSpPr>
        <p:spPr>
          <a:xfrm>
            <a:off x="5765800" y="1060450"/>
            <a:ext cx="0" cy="797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0692D340-0C4C-10E2-26D1-A2EFAF84F30F}"/>
              </a:ext>
            </a:extLst>
          </p:cNvPr>
          <p:cNvSpPr/>
          <p:nvPr/>
        </p:nvSpPr>
        <p:spPr>
          <a:xfrm>
            <a:off x="8102600" y="2954532"/>
            <a:ext cx="1809750" cy="66105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内存池的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按照（地址，长度）排序</a:t>
            </a:r>
            <a:endParaRPr lang="en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63F7F9F7-236A-63A8-BE82-DB297F4DC7DE}"/>
              </a:ext>
            </a:extLst>
          </p:cNvPr>
          <p:cNvCxnSpPr>
            <a:cxnSpLocks/>
          </p:cNvCxnSpPr>
          <p:nvPr/>
        </p:nvCxnSpPr>
        <p:spPr>
          <a:xfrm>
            <a:off x="5810250" y="3958001"/>
            <a:ext cx="0" cy="637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2C5A04B6-F1B2-1CC3-3D9A-A9CB186DED29}"/>
              </a:ext>
            </a:extLst>
          </p:cNvPr>
          <p:cNvSpPr/>
          <p:nvPr/>
        </p:nvSpPr>
        <p:spPr>
          <a:xfrm>
            <a:off x="7285024" y="532072"/>
            <a:ext cx="4260850" cy="4585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TransferEngineImpl</a:t>
            </a:r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unregisterLocalMemory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addr_list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ABFDCA7-FCA7-912B-756B-0F2E461EFB59}"/>
              </a:ext>
            </a:extLst>
          </p:cNvPr>
          <p:cNvSpPr/>
          <p:nvPr/>
        </p:nvSpPr>
        <p:spPr>
          <a:xfrm>
            <a:off x="364368" y="4384890"/>
            <a:ext cx="4635497" cy="6610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对列表中的内存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removeMemoryBuffer</a:t>
            </a:r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(desc0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,desc1…</a:t>
            </a:r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hixl</a:t>
            </a:r>
            <a:r>
              <a:rPr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_-&gt;</a:t>
            </a:r>
            <a:r>
              <a:rPr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RegisterMem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断开所有连接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清楚缓存映射</a:t>
            </a:r>
            <a:endParaRPr lang="en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B69CE112-A943-1FAC-4204-5700C395E548}"/>
              </a:ext>
            </a:extLst>
          </p:cNvPr>
          <p:cNvCxnSpPr>
            <a:stCxn id="20" idx="2"/>
            <a:endCxn id="64" idx="0"/>
          </p:cNvCxnSpPr>
          <p:nvPr/>
        </p:nvCxnSpPr>
        <p:spPr>
          <a:xfrm flipH="1">
            <a:off x="2682117" y="3615591"/>
            <a:ext cx="2159758" cy="769299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36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237</Words>
  <Application>Microsoft Macintosh PowerPoint</Application>
  <PresentationFormat>宽屏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SimSun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t60971</dc:creator>
  <cp:lastModifiedBy>t60971</cp:lastModifiedBy>
  <cp:revision>2</cp:revision>
  <dcterms:created xsi:type="dcterms:W3CDTF">2026-06-28T14:05:20Z</dcterms:created>
  <dcterms:modified xsi:type="dcterms:W3CDTF">2026-06-29T01:17:37Z</dcterms:modified>
</cp:coreProperties>
</file>